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31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22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034416-3A07-4428-9FFA-EFC518E82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835B24-B5AC-43DA-8375-656ADC672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B12440-5F30-4334-BFAE-32D1F5B9A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D3AC2-E67D-42C2-BD5C-934835DB3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54A8F1-F1D5-468E-9E2E-4716384A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442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BBC4B7-891A-4F10-9AE8-D59889A2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222251"/>
            <a:ext cx="11567160" cy="615950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401D52-DBE6-4B58-B530-55E7E34C3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952500"/>
            <a:ext cx="11567160" cy="5224463"/>
          </a:xfrm>
        </p:spPr>
        <p:txBody>
          <a:bodyPr>
            <a:normAutofit/>
          </a:bodyPr>
          <a:lstStyle>
            <a:lvl1pPr marL="228600" indent="-228600">
              <a:buFont typeface="Wingdings" panose="05000000000000000000" pitchFamily="2" charset="2"/>
              <a:buChar char="§"/>
              <a:defRPr sz="2400"/>
            </a:lvl1pPr>
            <a:lvl2pPr marL="800100" indent="-342900">
              <a:buFont typeface="Arial" panose="020B0604020202020204" pitchFamily="34" charset="0"/>
              <a:buChar char="•"/>
              <a:defRPr sz="2000"/>
            </a:lvl2pPr>
            <a:lvl3pPr marL="1371600" indent="-457200">
              <a:buFont typeface="Arial" panose="020B0604020202020204" pitchFamily="34" charset="0"/>
              <a:buChar char="•"/>
              <a:defRPr sz="2000"/>
            </a:lvl3pPr>
            <a:lvl4pPr marL="1828800" indent="-457200">
              <a:buFont typeface="Arial" panose="020B0604020202020204" pitchFamily="34" charset="0"/>
              <a:buChar char="•"/>
              <a:defRPr sz="2000"/>
            </a:lvl4pPr>
            <a:lvl5pPr marL="2286000" indent="-4572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30679F-57CD-4828-BC64-2C1C6AFF6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BD6E08-3C01-4F3D-8666-7A887EF7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192ED7-FC84-47DE-934F-7330E12A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112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7F0C56-C4BD-4DDA-A3CA-7F8159A60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25E4EF-0E7D-4EEC-8EDE-EAFD1C162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5836EB-9D4B-4E5E-98C5-5533B961C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6C9B13-F9FE-4A1D-97A2-5DAA52EC3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212501-83B4-4F7F-92F8-0CFF68B9A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183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4CA27-3420-4829-BEA3-5BB05BE0B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8EAD8-3D37-4811-B6B5-423970592C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5923AC-25EA-4723-B23B-2D3E252D54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59FEA1-0E69-4FF0-8BDD-8447E1AB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7F814C-5C60-48FC-9C42-E071227D5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66A521-E0A2-45F3-9AB4-73766A3C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277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088E7-4B04-42F9-B8AB-9BE2012BE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4B2D31-A2F3-4BEB-A03A-F0687B28C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711BA8-7E87-491F-84EC-1B99046BB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A6CD7-16F7-4EA2-906B-7FF1484AC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3C37CB3-4592-4816-B0B5-9749472CB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6D6038A-358B-4F4C-94EA-B0A24107F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2905B90-9544-4EB2-A48B-EB08846C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E9C9A0B-4BD6-41CF-808A-D2C91F221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350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8CC80-D2B0-4BD2-B3AB-657103051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4F5B587-C4A0-4F56-9749-5E9A43D74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BC6556-E145-4546-9E54-0CA8EDC8F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D0267F-D6A3-46E4-A23A-B756EA37B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0400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8E05AF-085F-4E23-8566-E3B3B5FD6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C913999-B10D-4290-AAAD-7CE4DFC2B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3D00C-DD5A-42A8-8510-562B6F82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354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8A51-E7C0-4AC2-A8AB-B9F44D3A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BFF83A-82AE-406C-B2C8-87DFF2F65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8D9721-26CB-43D2-BB2F-0FAD6B8E6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DB7FE0-1998-42A7-9724-7DF87384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51BC18-47EB-4EF1-AB2E-D1BF16E8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2D8081-E807-48BA-86A4-08B7664EF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4161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59FB6F-26CE-437E-96F3-BA3570F1A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1FB89E2-0222-491B-89B7-6C7916A2B8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FB7D2F9-6BA6-4D01-B46D-E2E1B9CFE6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0DF3EC-6F8A-4E92-B610-316B0A076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E75E2DF-2132-4C30-9C64-58A91E7DF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B9BF03-C40C-413D-8467-F2A659F5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473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6F7F05-D2F6-42DB-AB0A-4EBB8AEA2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0784DFC-C6CF-47C1-89C4-2D34513DE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0A69C-E826-44B3-BF8C-30AFC0E12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9FE747-7C3D-4B29-9040-B574C46D2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8DBD39-AE9F-4ED1-A804-FB660512E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20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07CA074-1697-403F-A029-8587E1E354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4F628FC-6277-461D-AE45-541DB71D66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01CCB8-773B-45A5-B182-7A091A6F4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B9C3ED-CED8-410E-8448-28A8FDF7F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157A6A-31C5-4303-A8FA-03B83D3AC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834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458CC49-2B1A-4E08-B34A-2D6B8F2FD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B6A76B-C8B1-4266-AF97-056D2D583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23F740-6550-44A7-9425-4CC00B912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E3B3-06F7-4687-87CD-D4EAAFD57917}" type="datetimeFigureOut">
              <a:rPr lang="ko-KR" altLang="en-US" smtClean="0"/>
              <a:t>2026. 1. 5.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61CBBE-CFC7-4DAC-88A6-1E48190DB7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A47D33-83F8-4A0C-9DD4-17918202F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536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806380F9-74B2-46B2-A8C8-13BD72F3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Check (cold resonance) ECEI positions using check_ecei_pos.py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6A4F806-66EB-471D-8B0E-16CA8BA2E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952500"/>
            <a:ext cx="11567160" cy="2022815"/>
          </a:xfrm>
        </p:spPr>
        <p:txBody>
          <a:bodyPr/>
          <a:lstStyle/>
          <a:p>
            <a:r>
              <a:rPr lang="en-US" altLang="ko-KR" dirty="0"/>
              <a:t>Names of the KSTAR ECEI system </a:t>
            </a:r>
          </a:p>
          <a:p>
            <a:pPr lvl="1"/>
            <a:r>
              <a:rPr lang="en-US" altLang="ko-KR" dirty="0"/>
              <a:t>Since 2018: GT, GR, HT (two systems at G-port and one system at H-port)</a:t>
            </a:r>
          </a:p>
          <a:p>
            <a:pPr lvl="1"/>
            <a:r>
              <a:rPr lang="en-US" altLang="ko-KR" dirty="0"/>
              <a:t>Before 2018: L, H, G (two systems (L, H) at H-port and one system at G-port)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224E16C-D88F-4FCC-A147-CF521DDF4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076" y="2371403"/>
            <a:ext cx="3754896" cy="3660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5F21D61-31E9-4300-AF42-6FFAF3DB8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587" y="2358687"/>
            <a:ext cx="5267325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E774D2-43CE-4CCE-8642-833B0A2F554B}"/>
              </a:ext>
            </a:extLst>
          </p:cNvPr>
          <p:cNvSpPr txBox="1"/>
          <p:nvPr/>
        </p:nvSpPr>
        <p:spPr>
          <a:xfrm>
            <a:off x="5460520" y="2002071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shot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E115B2-5967-4EE4-9607-1874FB7DF23A}"/>
              </a:ext>
            </a:extLst>
          </p:cNvPr>
          <p:cNvSpPr txBox="1"/>
          <p:nvPr/>
        </p:nvSpPr>
        <p:spPr>
          <a:xfrm>
            <a:off x="5939480" y="245393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name</a:t>
            </a:r>
            <a:endParaRPr lang="ko-KR" altLang="en-US" dirty="0"/>
          </a:p>
        </p:txBody>
      </p:sp>
      <p:sp>
        <p:nvSpPr>
          <p:cNvPr id="10" name="내용 개체 틀 4">
            <a:extLst>
              <a:ext uri="{FF2B5EF4-FFF2-40B4-BE49-F238E27FC236}">
                <a16:creationId xmlns:a16="http://schemas.microsoft.com/office/drawing/2014/main" id="{4E0C6735-9DF4-6130-C7B1-F5EAD9ED1FBC}"/>
              </a:ext>
            </a:extLst>
          </p:cNvPr>
          <p:cNvSpPr txBox="1">
            <a:spLocks/>
          </p:cNvSpPr>
          <p:nvPr/>
        </p:nvSpPr>
        <p:spPr>
          <a:xfrm>
            <a:off x="312420" y="3315810"/>
            <a:ext cx="7517685" cy="11870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indent="-4572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800" indent="-4572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0" indent="-4572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ECEI channel positions should be corrected using ‘</a:t>
            </a:r>
            <a:r>
              <a:rPr lang="en-US" altLang="ko-KR" dirty="0" err="1"/>
              <a:t>syndia</a:t>
            </a:r>
            <a:r>
              <a:rPr lang="en-US" altLang="ko-KR" dirty="0"/>
              <a:t>’</a:t>
            </a:r>
            <a:br>
              <a:rPr lang="en-US" altLang="ko-KR" dirty="0"/>
            </a:br>
            <a:r>
              <a:rPr lang="en-US" altLang="ko-KR" dirty="0"/>
              <a:t>https://</a:t>
            </a:r>
            <a:r>
              <a:rPr lang="en-US" altLang="ko-KR" dirty="0" err="1"/>
              <a:t>github.com</a:t>
            </a:r>
            <a:r>
              <a:rPr lang="en-US" altLang="ko-KR" dirty="0"/>
              <a:t>/</a:t>
            </a:r>
            <a:r>
              <a:rPr lang="en-US" altLang="ko-KR" dirty="0" err="1"/>
              <a:t>minjunJchoi</a:t>
            </a:r>
            <a:r>
              <a:rPr lang="en-US" altLang="ko-KR" dirty="0"/>
              <a:t>/</a:t>
            </a:r>
            <a:r>
              <a:rPr lang="en-US" altLang="ko-KR" dirty="0" err="1"/>
              <a:t>syndia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6335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E5C34-854D-4A38-9782-1DC2D6B7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Check</a:t>
            </a:r>
            <a:r>
              <a:rPr lang="ko-KR" altLang="en-US" dirty="0"/>
              <a:t> </a:t>
            </a:r>
            <a:r>
              <a:rPr lang="en-US" altLang="ko-KR" dirty="0"/>
              <a:t>ECEI</a:t>
            </a:r>
            <a:r>
              <a:rPr lang="ko-KR" altLang="en-US" dirty="0"/>
              <a:t> </a:t>
            </a:r>
            <a:r>
              <a:rPr lang="en-US" altLang="ko-KR" dirty="0"/>
              <a:t>spectrum</a:t>
            </a:r>
            <a:r>
              <a:rPr lang="ko-KR" altLang="en-US" dirty="0"/>
              <a:t> </a:t>
            </a:r>
            <a:r>
              <a:rPr lang="en-US" altLang="ko-KR" dirty="0"/>
              <a:t>using</a:t>
            </a:r>
            <a:r>
              <a:rPr lang="ko-KR" altLang="en-US" dirty="0"/>
              <a:t> </a:t>
            </a:r>
            <a:r>
              <a:rPr lang="en-US" altLang="ko-KR" dirty="0" err="1"/>
              <a:t>check_spectrogram.py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A7C80A-7240-4C70-90AE-ACB4179D3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Check the spectrum to determine the mode frequency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301001-324E-4910-9497-DABE6D481DE7}"/>
              </a:ext>
            </a:extLst>
          </p:cNvPr>
          <p:cNvSpPr txBox="1"/>
          <p:nvPr/>
        </p:nvSpPr>
        <p:spPr>
          <a:xfrm>
            <a:off x="4581246" y="4574225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ELM </a:t>
            </a:r>
            <a:endParaRPr lang="ko-KR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3CE15E-DC45-6B08-735B-613DFC75F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04" y="1502554"/>
            <a:ext cx="8549640" cy="1781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8367634-DA98-738E-2372-A38541885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04" y="1918333"/>
            <a:ext cx="10345064" cy="2418231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057DFE9-9DA8-F5C1-F869-A52AF53DE0BC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903610" y="3795678"/>
            <a:ext cx="0" cy="778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41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2DD9D2-C5BB-47E0-82AB-F77A53A1D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Check ECE images using check_ecei_image.py</a:t>
            </a:r>
            <a:endParaRPr lang="ko-KR" altLang="en-US" dirty="0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9869B096-3D3C-401D-ACBE-9BF425919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Run the script with the following arguments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49D0EDDC-C931-47C3-9EB9-ADDA4666E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757" y="1431510"/>
            <a:ext cx="8410636" cy="221934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775C900-0C5C-4CEF-A0AB-9703E817F509}"/>
              </a:ext>
            </a:extLst>
          </p:cNvPr>
          <p:cNvSpPr txBox="1"/>
          <p:nvPr/>
        </p:nvSpPr>
        <p:spPr>
          <a:xfrm>
            <a:off x="308307" y="5029694"/>
            <a:ext cx="8694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You can try to change interpolation methods or plot type</a:t>
            </a:r>
          </a:p>
          <a:p>
            <a:r>
              <a:rPr lang="en-US" altLang="ko-KR" dirty="0"/>
              <a:t>by changing ‘</a:t>
            </a:r>
            <a:r>
              <a:rPr lang="en-US" altLang="ko-KR" dirty="0" err="1"/>
              <a:t>istep</a:t>
            </a:r>
            <a:r>
              <a:rPr lang="en-US" altLang="ko-KR" dirty="0"/>
              <a:t>’, ‘</a:t>
            </a:r>
            <a:r>
              <a:rPr lang="en-US" altLang="ko-KR" dirty="0" err="1"/>
              <a:t>imethod</a:t>
            </a:r>
            <a:r>
              <a:rPr lang="en-US" altLang="ko-KR" dirty="0"/>
              <a:t>’ [‘</a:t>
            </a:r>
            <a:r>
              <a:rPr lang="en-US" altLang="ko-KR" dirty="0" err="1"/>
              <a:t>linear’,’nearest’,’cubic</a:t>
            </a:r>
            <a:r>
              <a:rPr lang="en-US" altLang="ko-KR" dirty="0"/>
              <a:t>’], ‘</a:t>
            </a:r>
            <a:r>
              <a:rPr lang="en-US" altLang="ko-KR" dirty="0" err="1"/>
              <a:t>bcut</a:t>
            </a:r>
            <a:r>
              <a:rPr lang="en-US" altLang="ko-KR" dirty="0"/>
              <a:t>’, ‘</a:t>
            </a:r>
            <a:r>
              <a:rPr lang="en-US" altLang="ko-KR" dirty="0" err="1"/>
              <a:t>pmethod</a:t>
            </a:r>
            <a:r>
              <a:rPr lang="en-US" altLang="ko-KR" dirty="0"/>
              <a:t>’ [‘</a:t>
            </a:r>
            <a:r>
              <a:rPr lang="en-US" altLang="ko-KR" dirty="0" err="1"/>
              <a:t>image’,’contour</a:t>
            </a:r>
            <a:r>
              <a:rPr lang="en-US" altLang="ko-KR" dirty="0"/>
              <a:t>’]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999E77-2198-419C-9CEF-5078AB803B40}"/>
              </a:ext>
            </a:extLst>
          </p:cNvPr>
          <p:cNvSpPr txBox="1"/>
          <p:nvPr/>
        </p:nvSpPr>
        <p:spPr>
          <a:xfrm>
            <a:off x="308307" y="4217554"/>
            <a:ext cx="56116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You can also apply the </a:t>
            </a:r>
            <a:r>
              <a:rPr lang="en-US" altLang="ko-KR" dirty="0" err="1"/>
              <a:t>svd</a:t>
            </a:r>
            <a:r>
              <a:rPr lang="en-US" altLang="ko-KR" dirty="0"/>
              <a:t> filter after the FFT or FIR filters</a:t>
            </a:r>
          </a:p>
          <a:p>
            <a:r>
              <a:rPr lang="en-US" altLang="ko-KR" dirty="0"/>
              <a:t>Please refer to ‘check_filter.py’ in ‘examples’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AA591E-326E-7C75-CCFC-EBC3608FC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867" y="509195"/>
            <a:ext cx="2956007" cy="5667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89393"/>
      </p:ext>
    </p:extLst>
  </p:cSld>
  <p:clrMapOvr>
    <a:masterClrMapping/>
  </p:clrMapOvr>
</p:sld>
</file>

<file path=ppt/theme/theme1.xml><?xml version="1.0" encoding="utf-8"?>
<a:theme xmlns:a="http://schemas.openxmlformats.org/drawingml/2006/main" name="note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Calibri"/>
        <a:ea typeface="Calibri"/>
        <a:cs typeface=""/>
      </a:majorFont>
      <a:minorFont>
        <a:latin typeface="Calibri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te_theme" id="{3C97712E-F2AC-4F41-894A-C002AA532459}" vid="{117CEA24-DF2A-40D4-A8EE-920AEAF60D5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note_theme</Template>
  <TotalTime>256</TotalTime>
  <Words>185</Words>
  <Application>Microsoft Macintosh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Wingdings</vt:lpstr>
      <vt:lpstr>note_theme</vt:lpstr>
      <vt:lpstr>Check (cold resonance) ECEI positions using check_ecei_pos.py</vt:lpstr>
      <vt:lpstr>Check ECEI spectrum using check_spectrogram.py</vt:lpstr>
      <vt:lpstr>Check ECE images using check_ecei_image.py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최민준</dc:creator>
  <cp:lastModifiedBy>Minjun J. Choi</cp:lastModifiedBy>
  <cp:revision>25</cp:revision>
  <dcterms:created xsi:type="dcterms:W3CDTF">2019-10-25T00:53:58Z</dcterms:created>
  <dcterms:modified xsi:type="dcterms:W3CDTF">2026-01-05T06:15:03Z</dcterms:modified>
</cp:coreProperties>
</file>